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calmly: We made a file format. .mp3 stores music. .pdf stores documents. .tr stores a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personal: I was writing documentation for the AI, not for humans.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simplest mental model: code travels; models travel; knowledge did not. Now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over-explain the tech. Say: it reads, verifies, builds a graph, and makes it portable.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exactly: It is one portable pack file. Do not call it a ZIP.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be the live part. The deck only tees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anti-generic slide. Do not say “we are better RAG.” Say: memory should not be trapped in a chat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shows scope without reading like a feature dump.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line, then stop. Do not explain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58368" y="1024128"/>
            <a:ext cx="10881360" cy="5074920"/>
          </a:xfrm>
          <a:prstGeom prst="roundRect">
            <a:avLst>
              <a:gd name="adj" fmla="val 3243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2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183880" y="877824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0" b="1" dirty="0">
                <a:solidFill>
                  <a:srgbClr val="2B29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.tr</a:t>
            </a:r>
            <a:endParaRPr lang="en-US" sz="8200" dirty="0"/>
          </a:p>
        </p:txBody>
      </p:sp>
      <p:sp>
        <p:nvSpPr>
          <p:cNvPr id="6" name="Text 3"/>
          <p:cNvSpPr/>
          <p:nvPr/>
        </p:nvSpPr>
        <p:spPr>
          <a:xfrm>
            <a:off x="1051560" y="1508760"/>
            <a:ext cx="6537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made a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format.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1078992" y="4069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for images. Not for documents.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brains.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543800" y="38862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24211E"/>
          </a:solidFill>
          <a:ln w="12700">
            <a:solidFill>
              <a:srgbClr val="3832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39547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.mp3  music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979408" y="388620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24211E"/>
          </a:solidFill>
          <a:ln w="12700">
            <a:solidFill>
              <a:srgbClr val="3832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79408" y="39547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.pdf  docs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543800" y="4462272"/>
            <a:ext cx="2578608" cy="347472"/>
          </a:xfrm>
          <a:prstGeom prst="roundRect">
            <a:avLst>
              <a:gd name="adj" fmla="val 15789"/>
            </a:avLst>
          </a:prstGeom>
          <a:solidFill>
            <a:srgbClr val="14B87A"/>
          </a:solidFill>
          <a:ln w="12700">
            <a:solidFill>
              <a:srgbClr val="14B8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453085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.tr  brains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0704" y="5413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pitch deck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B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122529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does not remember the work.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76656" y="205740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session burns the same context again: decisions, architecture, tradeoffs, weird bugs, why things are the way they are.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543800" y="868680"/>
            <a:ext cx="3566160" cy="5120640"/>
          </a:xfrm>
          <a:prstGeom prst="roundRect">
            <a:avLst>
              <a:gd name="adj" fmla="val 4103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1069848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0" b="1" dirty="0">
                <a:solidFill>
                  <a:srgbClr val="D95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5600" dirty="0"/>
          </a:p>
        </p:txBody>
      </p:sp>
      <p:sp>
        <p:nvSpPr>
          <p:cNvPr id="9" name="Text 6"/>
          <p:cNvSpPr/>
          <p:nvPr/>
        </p:nvSpPr>
        <p:spPr>
          <a:xfrm>
            <a:off x="7982712" y="37673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carried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between tools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73568" y="471830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Cursor, Claude, ChatGPT, teammates, CI — all keep asking you to re-explain the same brain.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4944" y="3246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Monday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48256" y="3328416"/>
            <a:ext cx="2468880" cy="0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3246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repo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4944" y="3721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Tuesday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048256" y="3803904"/>
            <a:ext cx="2468880" cy="0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3721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it again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4944" y="41970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teammate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048256" y="4279392"/>
            <a:ext cx="2468880" cy="0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41970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it again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4944" y="46725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AI tool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048256" y="4754880"/>
            <a:ext cx="2468880" cy="0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4672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it again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TURN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10972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should be shipped like code.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76656" y="23317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it. Version it. Sign it. Send it. Mount it inside any AI.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13232" y="3337560"/>
            <a:ext cx="3218688" cy="1965960"/>
          </a:xfrm>
          <a:prstGeom prst="roundRect">
            <a:avLst>
              <a:gd name="adj" fmla="val 6512"/>
            </a:avLst>
          </a:prstGeom>
          <a:solidFill>
            <a:srgbClr val="FFFDF8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41832" y="3611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41832" y="3977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41832" y="4663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branches, diffs, tags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3337560"/>
            <a:ext cx="3218688" cy="1965960"/>
          </a:xfrm>
          <a:prstGeom prst="roundRect">
            <a:avLst>
              <a:gd name="adj" fmla="val 6512"/>
            </a:avLst>
          </a:prstGeom>
          <a:solidFill>
            <a:srgbClr val="FFFDF8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3611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17720" y="3977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HuggingFace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617720" y="4663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weights, versions, downloads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65008" y="3337560"/>
            <a:ext cx="3218688" cy="1965960"/>
          </a:xfrm>
          <a:prstGeom prst="roundRect">
            <a:avLst>
              <a:gd name="adj" fmla="val 6512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93608" y="3611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93608" y="3977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ThinkingRoot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293608" y="4663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packs, branches, mounts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109728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second brain that lives outside the model.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76656" y="224942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it at a repo, docs, notes, decisions. It turns messy source material into verified, queryable knowledge.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13232" y="3255264"/>
            <a:ext cx="2331720" cy="1627632"/>
          </a:xfrm>
          <a:prstGeom prst="roundRect">
            <a:avLst>
              <a:gd name="adj" fmla="val 6742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3493008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566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440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440740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→ facts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54680" y="38862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529584" y="3255264"/>
            <a:ext cx="2331720" cy="1627632"/>
          </a:xfrm>
          <a:prstGeom prst="roundRect">
            <a:avLst>
              <a:gd name="adj" fmla="val 6742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30752" y="3493008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30752" y="3566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730752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730752" y="440740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with proof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71032" y="38862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45936" y="3255264"/>
            <a:ext cx="2331720" cy="1627632"/>
          </a:xfrm>
          <a:prstGeom prst="roundRect">
            <a:avLst>
              <a:gd name="adj" fmla="val 6742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47104" y="3493008"/>
            <a:ext cx="347472" cy="347472"/>
          </a:xfrm>
          <a:prstGeom prst="ellipse">
            <a:avLst/>
          </a:prstGeom>
          <a:solidFill>
            <a:srgbClr val="14B87A"/>
          </a:solidFill>
          <a:ln w="12700">
            <a:solidFill>
              <a:srgbClr val="14B8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47104" y="3566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47104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47104" y="440740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.tr file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787384" y="38862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162288" y="3255264"/>
            <a:ext cx="2331720" cy="1627632"/>
          </a:xfrm>
          <a:prstGeom prst="roundRect">
            <a:avLst>
              <a:gd name="adj" fmla="val 6742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363456" y="3493008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63456" y="356616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363456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Mount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363456" y="440740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AI can use 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909560" y="987552"/>
            <a:ext cx="3108960" cy="1417320"/>
          </a:xfrm>
          <a:prstGeom prst="roundRect">
            <a:avLst>
              <a:gd name="adj" fmla="val 838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1838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RAG.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8183880" y="1691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build system for knowledge.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107899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.tr is the portable brain.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76656" y="19202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file carries the source, verified facts, manifest, and optional signature.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6384" y="2788920"/>
            <a:ext cx="4617720" cy="2697480"/>
          </a:xfrm>
          <a:prstGeom prst="roundRect">
            <a:avLst>
              <a:gd name="adj" fmla="val 5085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78992" y="3044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knowledge.tr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3566160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manifest.toml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395020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source.tar.zst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433425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claims.jsonl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471830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F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signature.sig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06440" y="28163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29352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Self-contained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61504" y="2935224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knowledge and original source bytes move together.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06440" y="36027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53328" y="3721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Verifiable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61504" y="372160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BLAKE3 pack hash detects tampering.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806440" y="43891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53328" y="45079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Mountable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461504" y="450799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mount turns it into a live workspace.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833872" y="52303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ZIP claim. The real format is outer tar + zstd source archive.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MOMENT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1060704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 is the product.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76656" y="1883664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a repo. Ask a hard question. Pack it. Mount it somewhere else. Same answer.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6384" y="2743200"/>
            <a:ext cx="6400800" cy="2468880"/>
          </a:xfrm>
          <a:prstGeom prst="roundRect">
            <a:avLst>
              <a:gd name="adj" fmla="val 5185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2416" y="30540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DF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root compile 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30368" y="30540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brain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42416" y="35478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DF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root ask "why is auth this way?"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30368" y="3547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with provenance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42416" y="4041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7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root pack 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30368" y="40416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knowledge.tr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42416" y="453542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DF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root mount knowledge.tr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30368" y="45354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EB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brain, new machine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26680" y="2743200"/>
            <a:ext cx="3383280" cy="2468880"/>
          </a:xfrm>
          <a:prstGeom prst="roundRect">
            <a:avLst>
              <a:gd name="adj" fmla="val 5185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28432" y="307238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Judges remember actions, not architecture diagrams.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046720" y="41696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live transfer of intelligence, not a screenshot of an app.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IS DIFFERENT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1042416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is not a chat feature. It is infrastructure.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76656" y="197510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memory is trapped inside one product. ThinkingRoot knowledge is an artifact you can inspect, version, and move.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1248" y="2788920"/>
            <a:ext cx="4617720" cy="256032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61288" y="30723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 memory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07008" y="3703320"/>
            <a:ext cx="109728" cy="109728"/>
          </a:xfrm>
          <a:prstGeom prst="ellipse">
            <a:avLst/>
          </a:prstGeom>
          <a:solidFill>
            <a:srgbClr val="6E675D"/>
          </a:solidFill>
          <a:ln w="12700">
            <a:solidFill>
              <a:srgbClr val="6E67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08176" y="363931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 box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07008" y="4023360"/>
            <a:ext cx="109728" cy="109728"/>
          </a:xfrm>
          <a:prstGeom prst="ellipse">
            <a:avLst/>
          </a:prstGeom>
          <a:solidFill>
            <a:srgbClr val="6E675D"/>
          </a:solidFill>
          <a:ln w="12700">
            <a:solidFill>
              <a:srgbClr val="6E67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08176" y="395935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 only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207008" y="4343400"/>
            <a:ext cx="109728" cy="109728"/>
          </a:xfrm>
          <a:prstGeom prst="ellipse">
            <a:avLst/>
          </a:prstGeom>
          <a:solidFill>
            <a:srgbClr val="6E675D"/>
          </a:solidFill>
          <a:ln w="12700">
            <a:solidFill>
              <a:srgbClr val="6E67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08176" y="427939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verify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207008" y="4663440"/>
            <a:ext cx="109728" cy="109728"/>
          </a:xfrm>
          <a:prstGeom prst="ellipse">
            <a:avLst/>
          </a:prstGeom>
          <a:solidFill>
            <a:srgbClr val="6E675D"/>
          </a:solidFill>
          <a:ln w="12700">
            <a:solidFill>
              <a:srgbClr val="6E67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08176" y="459943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share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44768" y="2788920"/>
            <a:ext cx="4617720" cy="25603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64808" y="30723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ThinkingRoot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510528" y="3703320"/>
            <a:ext cx="109728" cy="109728"/>
          </a:xfrm>
          <a:prstGeom prst="ellipse">
            <a:avLst/>
          </a:prstGeom>
          <a:solidFill>
            <a:srgbClr val="14B87A"/>
          </a:solidFill>
          <a:ln w="12700">
            <a:solidFill>
              <a:srgbClr val="14B8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11696" y="363931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artifact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10528" y="4023360"/>
            <a:ext cx="109728" cy="109728"/>
          </a:xfrm>
          <a:prstGeom prst="ellipse">
            <a:avLst/>
          </a:prstGeom>
          <a:solidFill>
            <a:srgbClr val="14B87A"/>
          </a:solidFill>
          <a:ln w="12700">
            <a:solidFill>
              <a:srgbClr val="14B8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11696" y="395935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through MCP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510528" y="4343400"/>
            <a:ext cx="109728" cy="109728"/>
          </a:xfrm>
          <a:prstGeom prst="ellipse">
            <a:avLst/>
          </a:prstGeom>
          <a:solidFill>
            <a:srgbClr val="14B87A"/>
          </a:solidFill>
          <a:ln w="12700">
            <a:solidFill>
              <a:srgbClr val="14B8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11696" y="427939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source-locked facts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10528" y="4663440"/>
            <a:ext cx="109728" cy="109728"/>
          </a:xfrm>
          <a:prstGeom prst="ellipse">
            <a:avLst/>
          </a:prstGeom>
          <a:solidFill>
            <a:srgbClr val="14B87A"/>
          </a:solidFill>
          <a:ln w="12700">
            <a:solidFill>
              <a:srgbClr val="14B8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11696" y="4599432"/>
            <a:ext cx="3474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pack, branch, mount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36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BUILT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102412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engine. Many ways in.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76656" y="1883664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CLI, desktop, REST, MCP, Python, TypeScript, and cloud publishing are different doors into the same compiled brain.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434840" y="2743200"/>
            <a:ext cx="3337560" cy="960120"/>
          </a:xfrm>
          <a:prstGeom prst="roundRect">
            <a:avLst>
              <a:gd name="adj" fmla="val 13333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45152" y="30266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ThinkingRoot Engine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28800" y="2807208"/>
            <a:ext cx="2148840" cy="210312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60604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27157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63240" y="4544568"/>
            <a:ext cx="914400" cy="-1527048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48840" y="43434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148840" y="44531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77840" y="5184648"/>
            <a:ext cx="-1600200" cy="-2167128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498348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63440" y="50932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46920" y="2807208"/>
            <a:ext cx="-5669280" cy="210312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32520" y="260604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732520" y="27157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144000" y="4544568"/>
            <a:ext cx="-5166360" cy="-1527048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0" y="4343400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29600" y="44531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SDK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23760" y="1682496"/>
            <a:ext cx="-3246120" cy="1335024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09360" y="1481328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09360" y="15910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611880" y="1682496"/>
            <a:ext cx="365760" cy="1335024"/>
          </a:xfrm>
          <a:prstGeom prst="line">
            <a:avLst/>
          </a:prstGeom>
          <a:noFill/>
          <a:ln w="12700">
            <a:solidFill>
              <a:srgbClr val="D8CFC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97480" y="1481328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6F0E6"/>
          </a:solidFill>
          <a:ln w="12700">
            <a:solidFill>
              <a:srgbClr val="D8CFC1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697480" y="15910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aveen/Desktop/thinkingroot/apps/thinkingroot-desktop/ui/public/fav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47472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80960" y="74980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2A27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.tr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713232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 your knowledge.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13232" y="248716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Ship it like code.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749808" y="3840480"/>
            <a:ext cx="3794760" cy="0"/>
          </a:xfrm>
          <a:prstGeom prst="line">
            <a:avLst/>
          </a:prstGeom>
          <a:noFill/>
          <a:ln w="12700">
            <a:solidFill>
              <a:srgbClr val="3C35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09651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travels in Git.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travel on HuggingFace.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8C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travels in .tr.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06640" y="4078224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sx="100000" sy="100000" kx="0" ky="0" algn="bl" rotWithShape="0" blurRad="1524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43708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thinkingroot.dev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35240" y="471830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7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 · MIT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309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B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ThinkingRoot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ThinkingRoot Pitch Deck</dc:title>
  <dc:subject>Hackathon pitch deck</dc:subject>
  <dc:creator>ThinkingRoot</dc:creator>
  <cp:lastModifiedBy>ThinkingRoot</cp:lastModifiedBy>
  <cp:revision>1</cp:revision>
  <dcterms:created xsi:type="dcterms:W3CDTF">2026-05-09T20:22:54Z</dcterms:created>
  <dcterms:modified xsi:type="dcterms:W3CDTF">2026-05-09T20:22:54Z</dcterms:modified>
</cp:coreProperties>
</file>